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E1AF-99C9-AAA5-0D12-E5C60AC9A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A02A4-AB79-4400-9DBF-0672C618A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E0FAA-97E7-C832-DE58-464E4E5D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D13AE-30F9-AAF6-F3DF-20F7BB79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17055-D5D7-80F9-7AAE-BF8D20EA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13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85D8B-D07C-061B-5113-7313DBBD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C50A2-D8FD-9BE8-CDD8-5731065DA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A642B-EEB5-61B3-F39B-80232840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199ED-B178-D9F9-F96B-412D6D77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20CC-91B1-2070-8125-7FCD85E3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7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618E-2962-91E7-33DA-3BC3E6CE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F20AD-7E86-B13C-DEC5-DF9D8D8DD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83609-6DDB-BA4D-E89A-028EF8A3B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723E-BADC-B66F-F0FD-0A106B3A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BDA73-73E9-1177-F8EF-2A2AD38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16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834-C8D1-866E-2957-F3D2FFDA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4CE69-D212-213B-BE3B-77B89DAAC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363F6-0F16-4BC7-5623-3510685A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4F0CC-0378-1E58-13C7-E2B034FA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3AFDC-2A24-358B-557F-AB4A8848D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F548-41AB-94BA-6084-B4B94732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3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1F43-1465-E740-DC34-947C4A5E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D2C59-23A8-D797-9BC6-BD4F0542B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E97E0-1EC4-0AC4-35B2-2054BB610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243FC-B3BC-6BEA-7DBD-2B7B398B0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3B273-78A5-CE92-A779-02A69807E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0CD30-D617-2177-448A-85808C1BF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4CFC8-300E-1924-A3B3-1F598FF4C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53AEE-F0F0-3543-E669-67A0C6BD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2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61A0-F6A6-A96F-2B76-1D58E0AC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CA799-CFE9-B4F3-51D1-8E4DC77E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E537B-CE98-6F47-7BDA-0702CF02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962B5-8EC7-840C-D02C-5593D475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80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9EDFA-83DA-1544-C8E4-9ECD2F51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E5A53A-A9F9-B362-1143-54000636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B7C48-3FFD-D901-5E42-F9C08E29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7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77E3-AB61-D595-8B9A-A970A903B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679EC-58F3-8A5E-73E1-3E35145F1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58C4C-35FB-58F4-631F-2E37B4B4A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0278E-8C22-009E-904B-9CD84012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0559E-1FBE-4D49-8AA6-EA5D9CF2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58B31-A98E-5457-19C2-A2373F96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9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CE12-EC51-41A7-A2C7-E5F2AC963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A0755-350C-92FF-D312-65307939E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72640-2EA0-5D6D-91A2-017EFB4EA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A555E-DA2A-296A-6891-A73E9027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344D6-1045-0378-2E78-72B180AC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E89CA-8D5E-A4D8-AF24-13B3183F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6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FC5C-7C05-7FD8-D48D-1747C0B9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C6BF1-F993-7620-A511-06E18BD9D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A64D-DDB4-7B6F-5B0D-3C842F9F0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3B426-339C-F3D7-963B-CD7B1E84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AD87A-2240-977E-ACCB-787FB571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1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80877-F338-332D-38F2-FD6978E07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B3DB1-2F62-2169-D38A-00C03EE7F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9BD55-2943-9A93-C0BB-CF2868A3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F48E3-FC49-9CF0-058E-B2A0A953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CAFB7-C2DE-4089-A8CD-40C53B93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1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5161F-29B6-E499-82BB-392A77B2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F449-FC24-388A-5BBB-10A898F21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766B2-3494-057F-30FB-319F07AC0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86576-A65A-4413-A4E3-DEF44A9C23BD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62150-B2F6-52E1-6B8C-D301422F7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E680B-1F66-49F6-215E-ED252FFA1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AB183-A981-4ABC-8EF9-8975A763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5B66BF-7666-D7DA-DA7E-7F3949713D10}"/>
              </a:ext>
            </a:extLst>
          </p:cNvPr>
          <p:cNvCxnSpPr/>
          <p:nvPr/>
        </p:nvCxnSpPr>
        <p:spPr>
          <a:xfrm>
            <a:off x="1792224" y="1883664"/>
            <a:ext cx="6766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BDB219-CCA5-E57E-BC22-1F3848FCABB5}"/>
              </a:ext>
            </a:extLst>
          </p:cNvPr>
          <p:cNvCxnSpPr/>
          <p:nvPr/>
        </p:nvCxnSpPr>
        <p:spPr>
          <a:xfrm>
            <a:off x="1792224" y="2255520"/>
            <a:ext cx="6766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D14D95-30D5-FE2D-5A19-209A8B79A492}"/>
              </a:ext>
            </a:extLst>
          </p:cNvPr>
          <p:cNvCxnSpPr/>
          <p:nvPr/>
        </p:nvCxnSpPr>
        <p:spPr>
          <a:xfrm>
            <a:off x="1792224" y="2645664"/>
            <a:ext cx="6766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6E8EC6-5F7B-0866-6548-7048B215D23E}"/>
              </a:ext>
            </a:extLst>
          </p:cNvPr>
          <p:cNvCxnSpPr/>
          <p:nvPr/>
        </p:nvCxnSpPr>
        <p:spPr>
          <a:xfrm>
            <a:off x="1790700" y="3001912"/>
            <a:ext cx="6766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A977F5-A95F-E30A-7C44-9EC8094832FD}"/>
              </a:ext>
            </a:extLst>
          </p:cNvPr>
          <p:cNvCxnSpPr/>
          <p:nvPr/>
        </p:nvCxnSpPr>
        <p:spPr>
          <a:xfrm>
            <a:off x="1790700" y="4221480"/>
            <a:ext cx="6766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AFD566D-1985-C38E-E01F-CFE22DC7B96F}"/>
              </a:ext>
            </a:extLst>
          </p:cNvPr>
          <p:cNvSpPr txBox="1"/>
          <p:nvPr/>
        </p:nvSpPr>
        <p:spPr>
          <a:xfrm>
            <a:off x="2493264" y="1231724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WSS (mixed sand/clay)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7C2A0-2D77-CCAF-4FF8-AC19254103D0}"/>
              </a:ext>
            </a:extLst>
          </p:cNvPr>
          <p:cNvSpPr txBox="1"/>
          <p:nvPr/>
        </p:nvSpPr>
        <p:spPr>
          <a:xfrm>
            <a:off x="2542032" y="1978306"/>
            <a:ext cx="147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WSP (sand)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4F05B-B6C5-10AB-8318-22AA2F1DA70D}"/>
              </a:ext>
            </a:extLst>
          </p:cNvPr>
          <p:cNvSpPr txBox="1"/>
          <p:nvPr/>
        </p:nvSpPr>
        <p:spPr>
          <a:xfrm>
            <a:off x="2587752" y="3432953"/>
            <a:ext cx="147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WBV (sand)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C4893-D10F-4585-4DB9-EF4A80BDF72F}"/>
              </a:ext>
            </a:extLst>
          </p:cNvPr>
          <p:cNvSpPr txBox="1"/>
          <p:nvPr/>
        </p:nvSpPr>
        <p:spPr>
          <a:xfrm>
            <a:off x="2587752" y="2632674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UC (clay)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A1F2F0-849F-EFA1-10C5-7C1260D92173}"/>
              </a:ext>
            </a:extLst>
          </p:cNvPr>
          <p:cNvCxnSpPr/>
          <p:nvPr/>
        </p:nvCxnSpPr>
        <p:spPr>
          <a:xfrm>
            <a:off x="1790700" y="4529328"/>
            <a:ext cx="6766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D7DBC3-E447-AFCC-FA26-44FCF275CEA1}"/>
              </a:ext>
            </a:extLst>
          </p:cNvPr>
          <p:cNvSpPr txBox="1"/>
          <p:nvPr/>
        </p:nvSpPr>
        <p:spPr>
          <a:xfrm>
            <a:off x="2633472" y="4221480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 (clay)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7FFEB-CFB5-4510-1EB5-F506F5817A17}"/>
              </a:ext>
            </a:extLst>
          </p:cNvPr>
          <p:cNvSpPr txBox="1"/>
          <p:nvPr/>
        </p:nvSpPr>
        <p:spPr>
          <a:xfrm>
            <a:off x="2587752" y="4880069"/>
            <a:ext cx="147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 (sand)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769BBE-9365-94AE-7EA2-F6B83A9D6BA7}"/>
              </a:ext>
            </a:extLst>
          </p:cNvPr>
          <p:cNvSpPr/>
          <p:nvPr/>
        </p:nvSpPr>
        <p:spPr>
          <a:xfrm>
            <a:off x="1790700" y="866775"/>
            <a:ext cx="676656" cy="1032497"/>
          </a:xfrm>
          <a:prstGeom prst="rect">
            <a:avLst/>
          </a:prstGeom>
          <a:pattFill prst="dash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FAFA8E-49F0-EC1E-11A8-57FCA21C1CC4}"/>
              </a:ext>
            </a:extLst>
          </p:cNvPr>
          <p:cNvSpPr/>
          <p:nvPr/>
        </p:nvSpPr>
        <p:spPr>
          <a:xfrm>
            <a:off x="1792224" y="2626144"/>
            <a:ext cx="676656" cy="369332"/>
          </a:xfrm>
          <a:prstGeom prst="rect">
            <a:avLst/>
          </a:prstGeom>
          <a:pattFill prst="dkDnDiag">
            <a:fgClr>
              <a:schemeClr val="accent2">
                <a:lumMod val="5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05B8E4-C0F8-1686-4FC4-D01057AC1888}"/>
              </a:ext>
            </a:extLst>
          </p:cNvPr>
          <p:cNvSpPr/>
          <p:nvPr/>
        </p:nvSpPr>
        <p:spPr>
          <a:xfrm>
            <a:off x="1792510" y="4236342"/>
            <a:ext cx="676656" cy="303909"/>
          </a:xfrm>
          <a:prstGeom prst="rect">
            <a:avLst/>
          </a:prstGeom>
          <a:pattFill prst="dkDnDiag">
            <a:fgClr>
              <a:schemeClr val="accent2">
                <a:lumMod val="5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3F0953-8F7B-D124-F541-32F1C23AEFD7}"/>
              </a:ext>
            </a:extLst>
          </p:cNvPr>
          <p:cNvSpPr/>
          <p:nvPr/>
        </p:nvSpPr>
        <p:spPr>
          <a:xfrm>
            <a:off x="1792224" y="1896538"/>
            <a:ext cx="675132" cy="728312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179790-B6AB-D65B-3863-71463A457FB8}"/>
              </a:ext>
            </a:extLst>
          </p:cNvPr>
          <p:cNvSpPr/>
          <p:nvPr/>
        </p:nvSpPr>
        <p:spPr>
          <a:xfrm>
            <a:off x="1792224" y="3008349"/>
            <a:ext cx="676656" cy="1218541"/>
          </a:xfrm>
          <a:prstGeom prst="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32A484-668F-DB62-6FA0-2E61DE46FA10}"/>
              </a:ext>
            </a:extLst>
          </p:cNvPr>
          <p:cNvSpPr/>
          <p:nvPr/>
        </p:nvSpPr>
        <p:spPr>
          <a:xfrm>
            <a:off x="1790700" y="4534737"/>
            <a:ext cx="676656" cy="1059996"/>
          </a:xfrm>
          <a:prstGeom prst="rect">
            <a:avLst/>
          </a:prstGeom>
          <a:pattFill prst="lgCheck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BF8703-3F5E-6051-30CE-D8EA7804FB66}"/>
              </a:ext>
            </a:extLst>
          </p:cNvPr>
          <p:cNvSpPr/>
          <p:nvPr/>
        </p:nvSpPr>
        <p:spPr>
          <a:xfrm>
            <a:off x="1790700" y="866775"/>
            <a:ext cx="678180" cy="47339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910C423-B299-9A71-EB24-489CBDFCB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990051"/>
            <a:ext cx="7832097" cy="4543174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7AF8B8B-A528-640A-47B6-F155F72C7590}"/>
              </a:ext>
            </a:extLst>
          </p:cNvPr>
          <p:cNvSpPr/>
          <p:nvPr/>
        </p:nvSpPr>
        <p:spPr>
          <a:xfrm>
            <a:off x="4821382" y="1773325"/>
            <a:ext cx="4839854" cy="628130"/>
          </a:xfrm>
          <a:custGeom>
            <a:avLst/>
            <a:gdLst>
              <a:gd name="connsiteX0" fmla="*/ 0 w 4839854"/>
              <a:gd name="connsiteY0" fmla="*/ 581948 h 628130"/>
              <a:gd name="connsiteX1" fmla="*/ 923636 w 4839854"/>
              <a:gd name="connsiteY1" fmla="*/ 609657 h 628130"/>
              <a:gd name="connsiteX2" fmla="*/ 1468582 w 4839854"/>
              <a:gd name="connsiteY2" fmla="*/ 600420 h 628130"/>
              <a:gd name="connsiteX3" fmla="*/ 1579418 w 4839854"/>
              <a:gd name="connsiteY3" fmla="*/ 591184 h 628130"/>
              <a:gd name="connsiteX4" fmla="*/ 1828800 w 4839854"/>
              <a:gd name="connsiteY4" fmla="*/ 572711 h 628130"/>
              <a:gd name="connsiteX5" fmla="*/ 2004291 w 4839854"/>
              <a:gd name="connsiteY5" fmla="*/ 554239 h 628130"/>
              <a:gd name="connsiteX6" fmla="*/ 2632363 w 4839854"/>
              <a:gd name="connsiteY6" fmla="*/ 563475 h 628130"/>
              <a:gd name="connsiteX7" fmla="*/ 2733963 w 4839854"/>
              <a:gd name="connsiteY7" fmla="*/ 581948 h 628130"/>
              <a:gd name="connsiteX8" fmla="*/ 2770909 w 4839854"/>
              <a:gd name="connsiteY8" fmla="*/ 600420 h 628130"/>
              <a:gd name="connsiteX9" fmla="*/ 2872509 w 4839854"/>
              <a:gd name="connsiteY9" fmla="*/ 618893 h 628130"/>
              <a:gd name="connsiteX10" fmla="*/ 2900218 w 4839854"/>
              <a:gd name="connsiteY10" fmla="*/ 628130 h 628130"/>
              <a:gd name="connsiteX11" fmla="*/ 3066473 w 4839854"/>
              <a:gd name="connsiteY11" fmla="*/ 609657 h 628130"/>
              <a:gd name="connsiteX12" fmla="*/ 3149600 w 4839854"/>
              <a:gd name="connsiteY12" fmla="*/ 572711 h 628130"/>
              <a:gd name="connsiteX13" fmla="*/ 3205018 w 4839854"/>
              <a:gd name="connsiteY13" fmla="*/ 535766 h 628130"/>
              <a:gd name="connsiteX14" fmla="*/ 3297382 w 4839854"/>
              <a:gd name="connsiteY14" fmla="*/ 480348 h 628130"/>
              <a:gd name="connsiteX15" fmla="*/ 3325091 w 4839854"/>
              <a:gd name="connsiteY15" fmla="*/ 452639 h 628130"/>
              <a:gd name="connsiteX16" fmla="*/ 3435927 w 4839854"/>
              <a:gd name="connsiteY16" fmla="*/ 378748 h 628130"/>
              <a:gd name="connsiteX17" fmla="*/ 3463636 w 4839854"/>
              <a:gd name="connsiteY17" fmla="*/ 360275 h 628130"/>
              <a:gd name="connsiteX18" fmla="*/ 3491345 w 4839854"/>
              <a:gd name="connsiteY18" fmla="*/ 341802 h 628130"/>
              <a:gd name="connsiteX19" fmla="*/ 3556000 w 4839854"/>
              <a:gd name="connsiteY19" fmla="*/ 314093 h 628130"/>
              <a:gd name="connsiteX20" fmla="*/ 3602182 w 4839854"/>
              <a:gd name="connsiteY20" fmla="*/ 267911 h 628130"/>
              <a:gd name="connsiteX21" fmla="*/ 3648363 w 4839854"/>
              <a:gd name="connsiteY21" fmla="*/ 240202 h 628130"/>
              <a:gd name="connsiteX22" fmla="*/ 3713018 w 4839854"/>
              <a:gd name="connsiteY22" fmla="*/ 194020 h 628130"/>
              <a:gd name="connsiteX23" fmla="*/ 3740727 w 4839854"/>
              <a:gd name="connsiteY23" fmla="*/ 184784 h 628130"/>
              <a:gd name="connsiteX24" fmla="*/ 3814618 w 4839854"/>
              <a:gd name="connsiteY24" fmla="*/ 147839 h 628130"/>
              <a:gd name="connsiteX25" fmla="*/ 3851563 w 4839854"/>
              <a:gd name="connsiteY25" fmla="*/ 138602 h 628130"/>
              <a:gd name="connsiteX26" fmla="*/ 3888509 w 4839854"/>
              <a:gd name="connsiteY26" fmla="*/ 120130 h 628130"/>
              <a:gd name="connsiteX27" fmla="*/ 3934691 w 4839854"/>
              <a:gd name="connsiteY27" fmla="*/ 110893 h 628130"/>
              <a:gd name="connsiteX28" fmla="*/ 3971636 w 4839854"/>
              <a:gd name="connsiteY28" fmla="*/ 101657 h 628130"/>
              <a:gd name="connsiteX29" fmla="*/ 4100945 w 4839854"/>
              <a:gd name="connsiteY29" fmla="*/ 64711 h 628130"/>
              <a:gd name="connsiteX30" fmla="*/ 4276436 w 4839854"/>
              <a:gd name="connsiteY30" fmla="*/ 46239 h 628130"/>
              <a:gd name="connsiteX31" fmla="*/ 4350327 w 4839854"/>
              <a:gd name="connsiteY31" fmla="*/ 37002 h 628130"/>
              <a:gd name="connsiteX32" fmla="*/ 4553527 w 4839854"/>
              <a:gd name="connsiteY32" fmla="*/ 18530 h 628130"/>
              <a:gd name="connsiteX33" fmla="*/ 4599709 w 4839854"/>
              <a:gd name="connsiteY33" fmla="*/ 9293 h 628130"/>
              <a:gd name="connsiteX34" fmla="*/ 4839854 w 4839854"/>
              <a:gd name="connsiteY34" fmla="*/ 57 h 628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839854" h="628130">
                <a:moveTo>
                  <a:pt x="0" y="581948"/>
                </a:moveTo>
                <a:cubicBezTo>
                  <a:pt x="254126" y="591537"/>
                  <a:pt x="663120" y="609657"/>
                  <a:pt x="923636" y="609657"/>
                </a:cubicBezTo>
                <a:cubicBezTo>
                  <a:pt x="1105311" y="609657"/>
                  <a:pt x="1286933" y="603499"/>
                  <a:pt x="1468582" y="600420"/>
                </a:cubicBezTo>
                <a:lnTo>
                  <a:pt x="1579418" y="591184"/>
                </a:lnTo>
                <a:cubicBezTo>
                  <a:pt x="1662528" y="584791"/>
                  <a:pt x="1745955" y="581916"/>
                  <a:pt x="1828800" y="572711"/>
                </a:cubicBezTo>
                <a:cubicBezTo>
                  <a:pt x="1942679" y="560058"/>
                  <a:pt x="1884186" y="566249"/>
                  <a:pt x="2004291" y="554239"/>
                </a:cubicBezTo>
                <a:lnTo>
                  <a:pt x="2632363" y="563475"/>
                </a:lnTo>
                <a:cubicBezTo>
                  <a:pt x="2648098" y="563895"/>
                  <a:pt x="2711749" y="573618"/>
                  <a:pt x="2733963" y="581948"/>
                </a:cubicBezTo>
                <a:cubicBezTo>
                  <a:pt x="2746855" y="586783"/>
                  <a:pt x="2758017" y="595585"/>
                  <a:pt x="2770909" y="600420"/>
                </a:cubicBezTo>
                <a:cubicBezTo>
                  <a:pt x="2797715" y="610472"/>
                  <a:pt x="2848898" y="615520"/>
                  <a:pt x="2872509" y="618893"/>
                </a:cubicBezTo>
                <a:cubicBezTo>
                  <a:pt x="2881745" y="621972"/>
                  <a:pt x="2890482" y="628130"/>
                  <a:pt x="2900218" y="628130"/>
                </a:cubicBezTo>
                <a:cubicBezTo>
                  <a:pt x="3001621" y="628130"/>
                  <a:pt x="2999522" y="626394"/>
                  <a:pt x="3066473" y="609657"/>
                </a:cubicBezTo>
                <a:cubicBezTo>
                  <a:pt x="3147976" y="555320"/>
                  <a:pt x="3017709" y="638657"/>
                  <a:pt x="3149600" y="572711"/>
                </a:cubicBezTo>
                <a:cubicBezTo>
                  <a:pt x="3169457" y="562782"/>
                  <a:pt x="3185981" y="547189"/>
                  <a:pt x="3205018" y="535766"/>
                </a:cubicBezTo>
                <a:cubicBezTo>
                  <a:pt x="3241456" y="513903"/>
                  <a:pt x="3263344" y="514386"/>
                  <a:pt x="3297382" y="480348"/>
                </a:cubicBezTo>
                <a:cubicBezTo>
                  <a:pt x="3306618" y="471112"/>
                  <a:pt x="3314780" y="460658"/>
                  <a:pt x="3325091" y="452639"/>
                </a:cubicBezTo>
                <a:cubicBezTo>
                  <a:pt x="3325103" y="452630"/>
                  <a:pt x="3435914" y="378757"/>
                  <a:pt x="3435927" y="378748"/>
                </a:cubicBezTo>
                <a:lnTo>
                  <a:pt x="3463636" y="360275"/>
                </a:lnTo>
                <a:cubicBezTo>
                  <a:pt x="3472872" y="354117"/>
                  <a:pt x="3480814" y="345312"/>
                  <a:pt x="3491345" y="341802"/>
                </a:cubicBezTo>
                <a:cubicBezTo>
                  <a:pt x="3511941" y="334937"/>
                  <a:pt x="3538879" y="327409"/>
                  <a:pt x="3556000" y="314093"/>
                </a:cubicBezTo>
                <a:cubicBezTo>
                  <a:pt x="3573185" y="300727"/>
                  <a:pt x="3585182" y="281511"/>
                  <a:pt x="3602182" y="267911"/>
                </a:cubicBezTo>
                <a:cubicBezTo>
                  <a:pt x="3616200" y="256696"/>
                  <a:pt x="3633426" y="250160"/>
                  <a:pt x="3648363" y="240202"/>
                </a:cubicBezTo>
                <a:cubicBezTo>
                  <a:pt x="3660907" y="231839"/>
                  <a:pt x="3696501" y="202279"/>
                  <a:pt x="3713018" y="194020"/>
                </a:cubicBezTo>
                <a:cubicBezTo>
                  <a:pt x="3721726" y="189666"/>
                  <a:pt x="3731491" y="187863"/>
                  <a:pt x="3740727" y="184784"/>
                </a:cubicBezTo>
                <a:cubicBezTo>
                  <a:pt x="3774669" y="162156"/>
                  <a:pt x="3769424" y="162904"/>
                  <a:pt x="3814618" y="147839"/>
                </a:cubicBezTo>
                <a:cubicBezTo>
                  <a:pt x="3826661" y="143825"/>
                  <a:pt x="3839677" y="143059"/>
                  <a:pt x="3851563" y="138602"/>
                </a:cubicBezTo>
                <a:cubicBezTo>
                  <a:pt x="3864455" y="133767"/>
                  <a:pt x="3875447" y="124484"/>
                  <a:pt x="3888509" y="120130"/>
                </a:cubicBezTo>
                <a:cubicBezTo>
                  <a:pt x="3903402" y="115166"/>
                  <a:pt x="3919366" y="114299"/>
                  <a:pt x="3934691" y="110893"/>
                </a:cubicBezTo>
                <a:cubicBezTo>
                  <a:pt x="3947083" y="108139"/>
                  <a:pt x="3959405" y="105054"/>
                  <a:pt x="3971636" y="101657"/>
                </a:cubicBezTo>
                <a:cubicBezTo>
                  <a:pt x="4014828" y="89659"/>
                  <a:pt x="4056568" y="71050"/>
                  <a:pt x="4100945" y="64711"/>
                </a:cubicBezTo>
                <a:cubicBezTo>
                  <a:pt x="4232581" y="45907"/>
                  <a:pt x="4092341" y="64649"/>
                  <a:pt x="4276436" y="46239"/>
                </a:cubicBezTo>
                <a:cubicBezTo>
                  <a:pt x="4301135" y="43769"/>
                  <a:pt x="4325657" y="39743"/>
                  <a:pt x="4350327" y="37002"/>
                </a:cubicBezTo>
                <a:cubicBezTo>
                  <a:pt x="4427861" y="28387"/>
                  <a:pt x="4473826" y="25172"/>
                  <a:pt x="4553527" y="18530"/>
                </a:cubicBezTo>
                <a:cubicBezTo>
                  <a:pt x="4568921" y="15451"/>
                  <a:pt x="4584069" y="10653"/>
                  <a:pt x="4599709" y="9293"/>
                </a:cubicBezTo>
                <a:cubicBezTo>
                  <a:pt x="4721632" y="-1309"/>
                  <a:pt x="4741045" y="57"/>
                  <a:pt x="4839854" y="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AFC3AFF-060A-794E-3D29-EDD0C5E412E3}"/>
              </a:ext>
            </a:extLst>
          </p:cNvPr>
          <p:cNvSpPr/>
          <p:nvPr/>
        </p:nvSpPr>
        <p:spPr>
          <a:xfrm>
            <a:off x="8405091" y="1921164"/>
            <a:ext cx="1108364" cy="140677"/>
          </a:xfrm>
          <a:custGeom>
            <a:avLst/>
            <a:gdLst>
              <a:gd name="connsiteX0" fmla="*/ 1108364 w 1108364"/>
              <a:gd name="connsiteY0" fmla="*/ 46181 h 140677"/>
              <a:gd name="connsiteX1" fmla="*/ 1052945 w 1108364"/>
              <a:gd name="connsiteY1" fmla="*/ 27709 h 140677"/>
              <a:gd name="connsiteX2" fmla="*/ 979054 w 1108364"/>
              <a:gd name="connsiteY2" fmla="*/ 18472 h 140677"/>
              <a:gd name="connsiteX3" fmla="*/ 942109 w 1108364"/>
              <a:gd name="connsiteY3" fmla="*/ 9236 h 140677"/>
              <a:gd name="connsiteX4" fmla="*/ 812800 w 1108364"/>
              <a:gd name="connsiteY4" fmla="*/ 0 h 140677"/>
              <a:gd name="connsiteX5" fmla="*/ 683491 w 1108364"/>
              <a:gd name="connsiteY5" fmla="*/ 9236 h 140677"/>
              <a:gd name="connsiteX6" fmla="*/ 637309 w 1108364"/>
              <a:gd name="connsiteY6" fmla="*/ 18472 h 140677"/>
              <a:gd name="connsiteX7" fmla="*/ 535709 w 1108364"/>
              <a:gd name="connsiteY7" fmla="*/ 46181 h 140677"/>
              <a:gd name="connsiteX8" fmla="*/ 415636 w 1108364"/>
              <a:gd name="connsiteY8" fmla="*/ 55418 h 140677"/>
              <a:gd name="connsiteX9" fmla="*/ 378691 w 1108364"/>
              <a:gd name="connsiteY9" fmla="*/ 64654 h 140677"/>
              <a:gd name="connsiteX10" fmla="*/ 286327 w 1108364"/>
              <a:gd name="connsiteY10" fmla="*/ 110836 h 140677"/>
              <a:gd name="connsiteX11" fmla="*/ 110836 w 1108364"/>
              <a:gd name="connsiteY11" fmla="*/ 129309 h 140677"/>
              <a:gd name="connsiteX12" fmla="*/ 0 w 1108364"/>
              <a:gd name="connsiteY12" fmla="*/ 138545 h 14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8364" h="140677">
                <a:moveTo>
                  <a:pt x="1108364" y="46181"/>
                </a:moveTo>
                <a:cubicBezTo>
                  <a:pt x="1089891" y="40024"/>
                  <a:pt x="1071985" y="31789"/>
                  <a:pt x="1052945" y="27709"/>
                </a:cubicBezTo>
                <a:cubicBezTo>
                  <a:pt x="1028674" y="22508"/>
                  <a:pt x="1003538" y="22553"/>
                  <a:pt x="979054" y="18472"/>
                </a:cubicBezTo>
                <a:cubicBezTo>
                  <a:pt x="966533" y="16385"/>
                  <a:pt x="954725" y="10638"/>
                  <a:pt x="942109" y="9236"/>
                </a:cubicBezTo>
                <a:cubicBezTo>
                  <a:pt x="899160" y="4464"/>
                  <a:pt x="855903" y="3079"/>
                  <a:pt x="812800" y="0"/>
                </a:cubicBezTo>
                <a:cubicBezTo>
                  <a:pt x="769697" y="3079"/>
                  <a:pt x="726466" y="4712"/>
                  <a:pt x="683491" y="9236"/>
                </a:cubicBezTo>
                <a:cubicBezTo>
                  <a:pt x="667878" y="10879"/>
                  <a:pt x="652539" y="14664"/>
                  <a:pt x="637309" y="18472"/>
                </a:cubicBezTo>
                <a:cubicBezTo>
                  <a:pt x="592526" y="29668"/>
                  <a:pt x="600762" y="41177"/>
                  <a:pt x="535709" y="46181"/>
                </a:cubicBezTo>
                <a:lnTo>
                  <a:pt x="415636" y="55418"/>
                </a:lnTo>
                <a:cubicBezTo>
                  <a:pt x="403321" y="58497"/>
                  <a:pt x="390291" y="59499"/>
                  <a:pt x="378691" y="64654"/>
                </a:cubicBezTo>
                <a:cubicBezTo>
                  <a:pt x="300363" y="99466"/>
                  <a:pt x="365735" y="87014"/>
                  <a:pt x="286327" y="110836"/>
                </a:cubicBezTo>
                <a:cubicBezTo>
                  <a:pt x="236518" y="125779"/>
                  <a:pt x="149149" y="126572"/>
                  <a:pt x="110836" y="129309"/>
                </a:cubicBezTo>
                <a:cubicBezTo>
                  <a:pt x="56840" y="147307"/>
                  <a:pt x="92863" y="138545"/>
                  <a:pt x="0" y="13854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12349C2-1D8C-3C10-76CB-247F4E724499}"/>
              </a:ext>
            </a:extLst>
          </p:cNvPr>
          <p:cNvSpPr/>
          <p:nvPr/>
        </p:nvSpPr>
        <p:spPr>
          <a:xfrm>
            <a:off x="6206836" y="2041107"/>
            <a:ext cx="2521528" cy="1099257"/>
          </a:xfrm>
          <a:custGeom>
            <a:avLst/>
            <a:gdLst>
              <a:gd name="connsiteX0" fmla="*/ 0 w 2521528"/>
              <a:gd name="connsiteY0" fmla="*/ 369584 h 1099257"/>
              <a:gd name="connsiteX1" fmla="*/ 92364 w 2521528"/>
              <a:gd name="connsiteY1" fmla="*/ 406529 h 1099257"/>
              <a:gd name="connsiteX2" fmla="*/ 203200 w 2521528"/>
              <a:gd name="connsiteY2" fmla="*/ 434238 h 1099257"/>
              <a:gd name="connsiteX3" fmla="*/ 314037 w 2521528"/>
              <a:gd name="connsiteY3" fmla="*/ 471184 h 1099257"/>
              <a:gd name="connsiteX4" fmla="*/ 397164 w 2521528"/>
              <a:gd name="connsiteY4" fmla="*/ 489657 h 1099257"/>
              <a:gd name="connsiteX5" fmla="*/ 517237 w 2521528"/>
              <a:gd name="connsiteY5" fmla="*/ 545075 h 1099257"/>
              <a:gd name="connsiteX6" fmla="*/ 655782 w 2521528"/>
              <a:gd name="connsiteY6" fmla="*/ 600493 h 1099257"/>
              <a:gd name="connsiteX7" fmla="*/ 720437 w 2521528"/>
              <a:gd name="connsiteY7" fmla="*/ 637438 h 1099257"/>
              <a:gd name="connsiteX8" fmla="*/ 757382 w 2521528"/>
              <a:gd name="connsiteY8" fmla="*/ 655911 h 1099257"/>
              <a:gd name="connsiteX9" fmla="*/ 822037 w 2521528"/>
              <a:gd name="connsiteY9" fmla="*/ 739038 h 1099257"/>
              <a:gd name="connsiteX10" fmla="*/ 886691 w 2521528"/>
              <a:gd name="connsiteY10" fmla="*/ 812929 h 1099257"/>
              <a:gd name="connsiteX11" fmla="*/ 951346 w 2521528"/>
              <a:gd name="connsiteY11" fmla="*/ 859111 h 1099257"/>
              <a:gd name="connsiteX12" fmla="*/ 1034473 w 2521528"/>
              <a:gd name="connsiteY12" fmla="*/ 923766 h 1099257"/>
              <a:gd name="connsiteX13" fmla="*/ 1071419 w 2521528"/>
              <a:gd name="connsiteY13" fmla="*/ 951475 h 1099257"/>
              <a:gd name="connsiteX14" fmla="*/ 1108364 w 2521528"/>
              <a:gd name="connsiteY14" fmla="*/ 997657 h 1099257"/>
              <a:gd name="connsiteX15" fmla="*/ 1154546 w 2521528"/>
              <a:gd name="connsiteY15" fmla="*/ 1062311 h 1099257"/>
              <a:gd name="connsiteX16" fmla="*/ 1163782 w 2521528"/>
              <a:gd name="connsiteY16" fmla="*/ 1090020 h 1099257"/>
              <a:gd name="connsiteX17" fmla="*/ 1228437 w 2521528"/>
              <a:gd name="connsiteY17" fmla="*/ 1099257 h 1099257"/>
              <a:gd name="connsiteX18" fmla="*/ 1274619 w 2521528"/>
              <a:gd name="connsiteY18" fmla="*/ 1090020 h 1099257"/>
              <a:gd name="connsiteX19" fmla="*/ 1348509 w 2521528"/>
              <a:gd name="connsiteY19" fmla="*/ 1043838 h 1099257"/>
              <a:gd name="connsiteX20" fmla="*/ 1403928 w 2521528"/>
              <a:gd name="connsiteY20" fmla="*/ 988420 h 1099257"/>
              <a:gd name="connsiteX21" fmla="*/ 1431637 w 2521528"/>
              <a:gd name="connsiteY21" fmla="*/ 960711 h 1099257"/>
              <a:gd name="connsiteX22" fmla="*/ 1459346 w 2521528"/>
              <a:gd name="connsiteY22" fmla="*/ 951475 h 1099257"/>
              <a:gd name="connsiteX23" fmla="*/ 1514764 w 2521528"/>
              <a:gd name="connsiteY23" fmla="*/ 896057 h 1099257"/>
              <a:gd name="connsiteX24" fmla="*/ 1542473 w 2521528"/>
              <a:gd name="connsiteY24" fmla="*/ 877584 h 1099257"/>
              <a:gd name="connsiteX25" fmla="*/ 1597891 w 2521528"/>
              <a:gd name="connsiteY25" fmla="*/ 822166 h 1099257"/>
              <a:gd name="connsiteX26" fmla="*/ 1625600 w 2521528"/>
              <a:gd name="connsiteY26" fmla="*/ 794457 h 1099257"/>
              <a:gd name="connsiteX27" fmla="*/ 1653309 w 2521528"/>
              <a:gd name="connsiteY27" fmla="*/ 766748 h 1099257"/>
              <a:gd name="connsiteX28" fmla="*/ 1708728 w 2521528"/>
              <a:gd name="connsiteY28" fmla="*/ 702093 h 1099257"/>
              <a:gd name="connsiteX29" fmla="*/ 1727200 w 2521528"/>
              <a:gd name="connsiteY29" fmla="*/ 674384 h 1099257"/>
              <a:gd name="connsiteX30" fmla="*/ 1791855 w 2521528"/>
              <a:gd name="connsiteY30" fmla="*/ 628202 h 1099257"/>
              <a:gd name="connsiteX31" fmla="*/ 1819564 w 2521528"/>
              <a:gd name="connsiteY31" fmla="*/ 600493 h 1099257"/>
              <a:gd name="connsiteX32" fmla="*/ 1884219 w 2521528"/>
              <a:gd name="connsiteY32" fmla="*/ 554311 h 1099257"/>
              <a:gd name="connsiteX33" fmla="*/ 1939637 w 2521528"/>
              <a:gd name="connsiteY33" fmla="*/ 480420 h 1099257"/>
              <a:gd name="connsiteX34" fmla="*/ 1976582 w 2521528"/>
              <a:gd name="connsiteY34" fmla="*/ 406529 h 1099257"/>
              <a:gd name="connsiteX35" fmla="*/ 1995055 w 2521528"/>
              <a:gd name="connsiteY35" fmla="*/ 369584 h 1099257"/>
              <a:gd name="connsiteX36" fmla="*/ 2050473 w 2521528"/>
              <a:gd name="connsiteY36" fmla="*/ 323402 h 1099257"/>
              <a:gd name="connsiteX37" fmla="*/ 2078182 w 2521528"/>
              <a:gd name="connsiteY37" fmla="*/ 258748 h 1099257"/>
              <a:gd name="connsiteX38" fmla="*/ 2105891 w 2521528"/>
              <a:gd name="connsiteY38" fmla="*/ 249511 h 1099257"/>
              <a:gd name="connsiteX39" fmla="*/ 2142837 w 2521528"/>
              <a:gd name="connsiteY39" fmla="*/ 212566 h 1099257"/>
              <a:gd name="connsiteX40" fmla="*/ 2189019 w 2521528"/>
              <a:gd name="connsiteY40" fmla="*/ 157148 h 1099257"/>
              <a:gd name="connsiteX41" fmla="*/ 2198255 w 2521528"/>
              <a:gd name="connsiteY41" fmla="*/ 129438 h 1099257"/>
              <a:gd name="connsiteX42" fmla="*/ 2225964 w 2521528"/>
              <a:gd name="connsiteY42" fmla="*/ 120202 h 1099257"/>
              <a:gd name="connsiteX43" fmla="*/ 2262909 w 2521528"/>
              <a:gd name="connsiteY43" fmla="*/ 101729 h 1099257"/>
              <a:gd name="connsiteX44" fmla="*/ 2299855 w 2521528"/>
              <a:gd name="connsiteY44" fmla="*/ 74020 h 1099257"/>
              <a:gd name="connsiteX45" fmla="*/ 2346037 w 2521528"/>
              <a:gd name="connsiteY45" fmla="*/ 64784 h 1099257"/>
              <a:gd name="connsiteX46" fmla="*/ 2382982 w 2521528"/>
              <a:gd name="connsiteY46" fmla="*/ 55548 h 1099257"/>
              <a:gd name="connsiteX47" fmla="*/ 2447637 w 2521528"/>
              <a:gd name="connsiteY47" fmla="*/ 27838 h 1099257"/>
              <a:gd name="connsiteX48" fmla="*/ 2475346 w 2521528"/>
              <a:gd name="connsiteY48" fmla="*/ 9366 h 1099257"/>
              <a:gd name="connsiteX49" fmla="*/ 2521528 w 2521528"/>
              <a:gd name="connsiteY49" fmla="*/ 129 h 109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521528" h="1099257">
                <a:moveTo>
                  <a:pt x="0" y="369584"/>
                </a:moveTo>
                <a:cubicBezTo>
                  <a:pt x="30788" y="381899"/>
                  <a:pt x="60194" y="398487"/>
                  <a:pt x="92364" y="406529"/>
                </a:cubicBezTo>
                <a:cubicBezTo>
                  <a:pt x="129309" y="415765"/>
                  <a:pt x="167841" y="420094"/>
                  <a:pt x="203200" y="434238"/>
                </a:cubicBezTo>
                <a:cubicBezTo>
                  <a:pt x="255997" y="455357"/>
                  <a:pt x="252631" y="455833"/>
                  <a:pt x="314037" y="471184"/>
                </a:cubicBezTo>
                <a:cubicBezTo>
                  <a:pt x="333953" y="476163"/>
                  <a:pt x="376293" y="482067"/>
                  <a:pt x="397164" y="489657"/>
                </a:cubicBezTo>
                <a:cubicBezTo>
                  <a:pt x="492578" y="524353"/>
                  <a:pt x="430475" y="507891"/>
                  <a:pt x="517237" y="545075"/>
                </a:cubicBezTo>
                <a:cubicBezTo>
                  <a:pt x="585314" y="574251"/>
                  <a:pt x="591701" y="568453"/>
                  <a:pt x="655782" y="600493"/>
                </a:cubicBezTo>
                <a:cubicBezTo>
                  <a:pt x="677984" y="611594"/>
                  <a:pt x="698646" y="625552"/>
                  <a:pt x="720437" y="637438"/>
                </a:cubicBezTo>
                <a:cubicBezTo>
                  <a:pt x="732524" y="644031"/>
                  <a:pt x="745067" y="649753"/>
                  <a:pt x="757382" y="655911"/>
                </a:cubicBezTo>
                <a:lnTo>
                  <a:pt x="822037" y="739038"/>
                </a:lnTo>
                <a:cubicBezTo>
                  <a:pt x="849432" y="774652"/>
                  <a:pt x="851038" y="782369"/>
                  <a:pt x="886691" y="812929"/>
                </a:cubicBezTo>
                <a:cubicBezTo>
                  <a:pt x="991630" y="902877"/>
                  <a:pt x="816183" y="737465"/>
                  <a:pt x="951346" y="859111"/>
                </a:cubicBezTo>
                <a:cubicBezTo>
                  <a:pt x="1024644" y="925079"/>
                  <a:pt x="977883" y="904901"/>
                  <a:pt x="1034473" y="923766"/>
                </a:cubicBezTo>
                <a:cubicBezTo>
                  <a:pt x="1046788" y="933002"/>
                  <a:pt x="1061564" y="939649"/>
                  <a:pt x="1071419" y="951475"/>
                </a:cubicBezTo>
                <a:cubicBezTo>
                  <a:pt x="1127188" y="1018398"/>
                  <a:pt x="1023500" y="941080"/>
                  <a:pt x="1108364" y="997657"/>
                </a:cubicBezTo>
                <a:cubicBezTo>
                  <a:pt x="1159890" y="1126469"/>
                  <a:pt x="1093672" y="986217"/>
                  <a:pt x="1154546" y="1062311"/>
                </a:cubicBezTo>
                <a:cubicBezTo>
                  <a:pt x="1160628" y="1069914"/>
                  <a:pt x="1155074" y="1085666"/>
                  <a:pt x="1163782" y="1090020"/>
                </a:cubicBezTo>
                <a:cubicBezTo>
                  <a:pt x="1183254" y="1099756"/>
                  <a:pt x="1206885" y="1096178"/>
                  <a:pt x="1228437" y="1099257"/>
                </a:cubicBezTo>
                <a:cubicBezTo>
                  <a:pt x="1243831" y="1096178"/>
                  <a:pt x="1259726" y="1094984"/>
                  <a:pt x="1274619" y="1090020"/>
                </a:cubicBezTo>
                <a:cubicBezTo>
                  <a:pt x="1299066" y="1081871"/>
                  <a:pt x="1329917" y="1060571"/>
                  <a:pt x="1348509" y="1043838"/>
                </a:cubicBezTo>
                <a:cubicBezTo>
                  <a:pt x="1367927" y="1026362"/>
                  <a:pt x="1385455" y="1006893"/>
                  <a:pt x="1403928" y="988420"/>
                </a:cubicBezTo>
                <a:cubicBezTo>
                  <a:pt x="1413164" y="979184"/>
                  <a:pt x="1419245" y="964841"/>
                  <a:pt x="1431637" y="960711"/>
                </a:cubicBezTo>
                <a:lnTo>
                  <a:pt x="1459346" y="951475"/>
                </a:lnTo>
                <a:cubicBezTo>
                  <a:pt x="1477819" y="933002"/>
                  <a:pt x="1493027" y="910548"/>
                  <a:pt x="1514764" y="896057"/>
                </a:cubicBezTo>
                <a:cubicBezTo>
                  <a:pt x="1524000" y="889899"/>
                  <a:pt x="1534176" y="884959"/>
                  <a:pt x="1542473" y="877584"/>
                </a:cubicBezTo>
                <a:cubicBezTo>
                  <a:pt x="1561999" y="860228"/>
                  <a:pt x="1579418" y="840639"/>
                  <a:pt x="1597891" y="822166"/>
                </a:cubicBezTo>
                <a:lnTo>
                  <a:pt x="1625600" y="794457"/>
                </a:lnTo>
                <a:cubicBezTo>
                  <a:pt x="1634836" y="785221"/>
                  <a:pt x="1646064" y="777616"/>
                  <a:pt x="1653309" y="766748"/>
                </a:cubicBezTo>
                <a:cubicBezTo>
                  <a:pt x="1695719" y="703131"/>
                  <a:pt x="1641534" y="780486"/>
                  <a:pt x="1708728" y="702093"/>
                </a:cubicBezTo>
                <a:cubicBezTo>
                  <a:pt x="1715952" y="693665"/>
                  <a:pt x="1719351" y="682233"/>
                  <a:pt x="1727200" y="674384"/>
                </a:cubicBezTo>
                <a:cubicBezTo>
                  <a:pt x="1760469" y="641115"/>
                  <a:pt x="1760393" y="654420"/>
                  <a:pt x="1791855" y="628202"/>
                </a:cubicBezTo>
                <a:cubicBezTo>
                  <a:pt x="1801890" y="619840"/>
                  <a:pt x="1809646" y="608994"/>
                  <a:pt x="1819564" y="600493"/>
                </a:cubicBezTo>
                <a:cubicBezTo>
                  <a:pt x="1839616" y="583306"/>
                  <a:pt x="1862287" y="568932"/>
                  <a:pt x="1884219" y="554311"/>
                </a:cubicBezTo>
                <a:cubicBezTo>
                  <a:pt x="1902692" y="529681"/>
                  <a:pt x="1925868" y="507958"/>
                  <a:pt x="1939637" y="480420"/>
                </a:cubicBezTo>
                <a:lnTo>
                  <a:pt x="1976582" y="406529"/>
                </a:lnTo>
                <a:cubicBezTo>
                  <a:pt x="1982740" y="394214"/>
                  <a:pt x="1985319" y="379320"/>
                  <a:pt x="1995055" y="369584"/>
                </a:cubicBezTo>
                <a:cubicBezTo>
                  <a:pt x="2030613" y="334026"/>
                  <a:pt x="2011896" y="349121"/>
                  <a:pt x="2050473" y="323402"/>
                </a:cubicBezTo>
                <a:cubicBezTo>
                  <a:pt x="2055993" y="306841"/>
                  <a:pt x="2066767" y="270163"/>
                  <a:pt x="2078182" y="258748"/>
                </a:cubicBezTo>
                <a:cubicBezTo>
                  <a:pt x="2085066" y="251864"/>
                  <a:pt x="2096655" y="252590"/>
                  <a:pt x="2105891" y="249511"/>
                </a:cubicBezTo>
                <a:cubicBezTo>
                  <a:pt x="2123486" y="196731"/>
                  <a:pt x="2100613" y="240715"/>
                  <a:pt x="2142837" y="212566"/>
                </a:cubicBezTo>
                <a:cubicBezTo>
                  <a:pt x="2164171" y="198343"/>
                  <a:pt x="2175388" y="177593"/>
                  <a:pt x="2189019" y="157148"/>
                </a:cubicBezTo>
                <a:cubicBezTo>
                  <a:pt x="2192098" y="147911"/>
                  <a:pt x="2191371" y="136323"/>
                  <a:pt x="2198255" y="129438"/>
                </a:cubicBezTo>
                <a:cubicBezTo>
                  <a:pt x="2205139" y="122554"/>
                  <a:pt x="2217015" y="124037"/>
                  <a:pt x="2225964" y="120202"/>
                </a:cubicBezTo>
                <a:cubicBezTo>
                  <a:pt x="2238619" y="114778"/>
                  <a:pt x="2251233" y="109026"/>
                  <a:pt x="2262909" y="101729"/>
                </a:cubicBezTo>
                <a:cubicBezTo>
                  <a:pt x="2275963" y="93570"/>
                  <a:pt x="2285788" y="80272"/>
                  <a:pt x="2299855" y="74020"/>
                </a:cubicBezTo>
                <a:cubicBezTo>
                  <a:pt x="2314201" y="67644"/>
                  <a:pt x="2330712" y="68189"/>
                  <a:pt x="2346037" y="64784"/>
                </a:cubicBezTo>
                <a:cubicBezTo>
                  <a:pt x="2358429" y="62030"/>
                  <a:pt x="2370667" y="58627"/>
                  <a:pt x="2382982" y="55548"/>
                </a:cubicBezTo>
                <a:cubicBezTo>
                  <a:pt x="2452542" y="9174"/>
                  <a:pt x="2364141" y="63621"/>
                  <a:pt x="2447637" y="27838"/>
                </a:cubicBezTo>
                <a:cubicBezTo>
                  <a:pt x="2457840" y="23465"/>
                  <a:pt x="2465417" y="14330"/>
                  <a:pt x="2475346" y="9366"/>
                </a:cubicBezTo>
                <a:cubicBezTo>
                  <a:pt x="2497715" y="-1818"/>
                  <a:pt x="2500391" y="129"/>
                  <a:pt x="2521528" y="12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B15F173-6AFA-554C-9559-5A63050D0E52}"/>
              </a:ext>
            </a:extLst>
          </p:cNvPr>
          <p:cNvSpPr/>
          <p:nvPr/>
        </p:nvSpPr>
        <p:spPr>
          <a:xfrm>
            <a:off x="4710545" y="3075709"/>
            <a:ext cx="4876800" cy="193964"/>
          </a:xfrm>
          <a:custGeom>
            <a:avLst/>
            <a:gdLst>
              <a:gd name="connsiteX0" fmla="*/ 0 w 4876800"/>
              <a:gd name="connsiteY0" fmla="*/ 0 h 193964"/>
              <a:gd name="connsiteX1" fmla="*/ 46182 w 4876800"/>
              <a:gd name="connsiteY1" fmla="*/ 9236 h 193964"/>
              <a:gd name="connsiteX2" fmla="*/ 157019 w 4876800"/>
              <a:gd name="connsiteY2" fmla="*/ 36946 h 193964"/>
              <a:gd name="connsiteX3" fmla="*/ 443346 w 4876800"/>
              <a:gd name="connsiteY3" fmla="*/ 55418 h 193964"/>
              <a:gd name="connsiteX4" fmla="*/ 618837 w 4876800"/>
              <a:gd name="connsiteY4" fmla="*/ 73891 h 193964"/>
              <a:gd name="connsiteX5" fmla="*/ 1219200 w 4876800"/>
              <a:gd name="connsiteY5" fmla="*/ 83127 h 193964"/>
              <a:gd name="connsiteX6" fmla="*/ 1468582 w 4876800"/>
              <a:gd name="connsiteY6" fmla="*/ 120073 h 193964"/>
              <a:gd name="connsiteX7" fmla="*/ 1570182 w 4876800"/>
              <a:gd name="connsiteY7" fmla="*/ 129309 h 193964"/>
              <a:gd name="connsiteX8" fmla="*/ 1625600 w 4876800"/>
              <a:gd name="connsiteY8" fmla="*/ 138546 h 193964"/>
              <a:gd name="connsiteX9" fmla="*/ 1791855 w 4876800"/>
              <a:gd name="connsiteY9" fmla="*/ 157018 h 193964"/>
              <a:gd name="connsiteX10" fmla="*/ 1948873 w 4876800"/>
              <a:gd name="connsiteY10" fmla="*/ 175491 h 193964"/>
              <a:gd name="connsiteX11" fmla="*/ 2022764 w 4876800"/>
              <a:gd name="connsiteY11" fmla="*/ 184727 h 193964"/>
              <a:gd name="connsiteX12" fmla="*/ 2142837 w 4876800"/>
              <a:gd name="connsiteY12" fmla="*/ 193964 h 193964"/>
              <a:gd name="connsiteX13" fmla="*/ 2281382 w 4876800"/>
              <a:gd name="connsiteY13" fmla="*/ 184727 h 193964"/>
              <a:gd name="connsiteX14" fmla="*/ 2419928 w 4876800"/>
              <a:gd name="connsiteY14" fmla="*/ 166255 h 193964"/>
              <a:gd name="connsiteX15" fmla="*/ 2890982 w 4876800"/>
              <a:gd name="connsiteY15" fmla="*/ 147782 h 193964"/>
              <a:gd name="connsiteX16" fmla="*/ 2955637 w 4876800"/>
              <a:gd name="connsiteY16" fmla="*/ 138546 h 193964"/>
              <a:gd name="connsiteX17" fmla="*/ 3094182 w 4876800"/>
              <a:gd name="connsiteY17" fmla="*/ 110836 h 193964"/>
              <a:gd name="connsiteX18" fmla="*/ 3168073 w 4876800"/>
              <a:gd name="connsiteY18" fmla="*/ 92364 h 193964"/>
              <a:gd name="connsiteX19" fmla="*/ 3205019 w 4876800"/>
              <a:gd name="connsiteY19" fmla="*/ 83127 h 193964"/>
              <a:gd name="connsiteX20" fmla="*/ 3417455 w 4876800"/>
              <a:gd name="connsiteY20" fmla="*/ 55418 h 193964"/>
              <a:gd name="connsiteX21" fmla="*/ 3509819 w 4876800"/>
              <a:gd name="connsiteY21" fmla="*/ 46182 h 193964"/>
              <a:gd name="connsiteX22" fmla="*/ 3731491 w 4876800"/>
              <a:gd name="connsiteY22" fmla="*/ 27709 h 193964"/>
              <a:gd name="connsiteX23" fmla="*/ 4784437 w 4876800"/>
              <a:gd name="connsiteY23" fmla="*/ 36946 h 193964"/>
              <a:gd name="connsiteX24" fmla="*/ 4876800 w 4876800"/>
              <a:gd name="connsiteY24" fmla="*/ 46182 h 193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876800" h="193964">
                <a:moveTo>
                  <a:pt x="0" y="0"/>
                </a:moveTo>
                <a:cubicBezTo>
                  <a:pt x="15394" y="3079"/>
                  <a:pt x="30900" y="5640"/>
                  <a:pt x="46182" y="9236"/>
                </a:cubicBezTo>
                <a:cubicBezTo>
                  <a:pt x="83252" y="17959"/>
                  <a:pt x="119191" y="32547"/>
                  <a:pt x="157019" y="36946"/>
                </a:cubicBezTo>
                <a:cubicBezTo>
                  <a:pt x="252020" y="47993"/>
                  <a:pt x="348444" y="43554"/>
                  <a:pt x="443346" y="55418"/>
                </a:cubicBezTo>
                <a:cubicBezTo>
                  <a:pt x="490637" y="61330"/>
                  <a:pt x="575188" y="72742"/>
                  <a:pt x="618837" y="73891"/>
                </a:cubicBezTo>
                <a:cubicBezTo>
                  <a:pt x="818912" y="79156"/>
                  <a:pt x="1019079" y="80048"/>
                  <a:pt x="1219200" y="83127"/>
                </a:cubicBezTo>
                <a:cubicBezTo>
                  <a:pt x="1322332" y="101879"/>
                  <a:pt x="1354877" y="109737"/>
                  <a:pt x="1468582" y="120073"/>
                </a:cubicBezTo>
                <a:cubicBezTo>
                  <a:pt x="1502449" y="123152"/>
                  <a:pt x="1536409" y="125336"/>
                  <a:pt x="1570182" y="129309"/>
                </a:cubicBezTo>
                <a:cubicBezTo>
                  <a:pt x="1588781" y="131497"/>
                  <a:pt x="1607017" y="136223"/>
                  <a:pt x="1625600" y="138546"/>
                </a:cubicBezTo>
                <a:cubicBezTo>
                  <a:pt x="1680929" y="145462"/>
                  <a:pt x="1736526" y="150101"/>
                  <a:pt x="1791855" y="157018"/>
                </a:cubicBezTo>
                <a:lnTo>
                  <a:pt x="1948873" y="175491"/>
                </a:lnTo>
                <a:cubicBezTo>
                  <a:pt x="1973525" y="178391"/>
                  <a:pt x="1998054" y="182374"/>
                  <a:pt x="2022764" y="184727"/>
                </a:cubicBezTo>
                <a:cubicBezTo>
                  <a:pt x="2062726" y="188533"/>
                  <a:pt x="2102813" y="190885"/>
                  <a:pt x="2142837" y="193964"/>
                </a:cubicBezTo>
                <a:cubicBezTo>
                  <a:pt x="2189019" y="190885"/>
                  <a:pt x="2235272" y="188737"/>
                  <a:pt x="2281382" y="184727"/>
                </a:cubicBezTo>
                <a:cubicBezTo>
                  <a:pt x="2311889" y="182074"/>
                  <a:pt x="2387698" y="170859"/>
                  <a:pt x="2419928" y="166255"/>
                </a:cubicBezTo>
                <a:cubicBezTo>
                  <a:pt x="2589425" y="109752"/>
                  <a:pt x="2414212" y="165118"/>
                  <a:pt x="2890982" y="147782"/>
                </a:cubicBezTo>
                <a:cubicBezTo>
                  <a:pt x="2912738" y="146991"/>
                  <a:pt x="2934218" y="142440"/>
                  <a:pt x="2955637" y="138546"/>
                </a:cubicBezTo>
                <a:cubicBezTo>
                  <a:pt x="3001974" y="130121"/>
                  <a:pt x="3049502" y="125729"/>
                  <a:pt x="3094182" y="110836"/>
                </a:cubicBezTo>
                <a:cubicBezTo>
                  <a:pt x="3143700" y="94330"/>
                  <a:pt x="3101192" y="107227"/>
                  <a:pt x="3168073" y="92364"/>
                </a:cubicBezTo>
                <a:cubicBezTo>
                  <a:pt x="3180465" y="89610"/>
                  <a:pt x="3192497" y="85214"/>
                  <a:pt x="3205019" y="83127"/>
                </a:cubicBezTo>
                <a:cubicBezTo>
                  <a:pt x="3282249" y="70255"/>
                  <a:pt x="3342073" y="63353"/>
                  <a:pt x="3417455" y="55418"/>
                </a:cubicBezTo>
                <a:cubicBezTo>
                  <a:pt x="3448227" y="52179"/>
                  <a:pt x="3478976" y="48649"/>
                  <a:pt x="3509819" y="46182"/>
                </a:cubicBezTo>
                <a:cubicBezTo>
                  <a:pt x="3747451" y="27172"/>
                  <a:pt x="3559434" y="46828"/>
                  <a:pt x="3731491" y="27709"/>
                </a:cubicBezTo>
                <a:lnTo>
                  <a:pt x="4784437" y="36946"/>
                </a:lnTo>
                <a:cubicBezTo>
                  <a:pt x="4815374" y="37445"/>
                  <a:pt x="4876800" y="46182"/>
                  <a:pt x="4876800" y="4618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B417BB9-E07F-C0C1-C3C9-1EFE63007E79}"/>
              </a:ext>
            </a:extLst>
          </p:cNvPr>
          <p:cNvSpPr/>
          <p:nvPr/>
        </p:nvSpPr>
        <p:spPr>
          <a:xfrm>
            <a:off x="4922982" y="3112655"/>
            <a:ext cx="1828800" cy="701963"/>
          </a:xfrm>
          <a:custGeom>
            <a:avLst/>
            <a:gdLst>
              <a:gd name="connsiteX0" fmla="*/ 0 w 1828800"/>
              <a:gd name="connsiteY0" fmla="*/ 0 h 701963"/>
              <a:gd name="connsiteX1" fmla="*/ 36945 w 1828800"/>
              <a:gd name="connsiteY1" fmla="*/ 83127 h 701963"/>
              <a:gd name="connsiteX2" fmla="*/ 110836 w 1828800"/>
              <a:gd name="connsiteY2" fmla="*/ 166254 h 701963"/>
              <a:gd name="connsiteX3" fmla="*/ 258618 w 1828800"/>
              <a:gd name="connsiteY3" fmla="*/ 258618 h 701963"/>
              <a:gd name="connsiteX4" fmla="*/ 295563 w 1828800"/>
              <a:gd name="connsiteY4" fmla="*/ 286327 h 701963"/>
              <a:gd name="connsiteX5" fmla="*/ 323273 w 1828800"/>
              <a:gd name="connsiteY5" fmla="*/ 304800 h 701963"/>
              <a:gd name="connsiteX6" fmla="*/ 369454 w 1828800"/>
              <a:gd name="connsiteY6" fmla="*/ 350981 h 701963"/>
              <a:gd name="connsiteX7" fmla="*/ 406400 w 1828800"/>
              <a:gd name="connsiteY7" fmla="*/ 406400 h 701963"/>
              <a:gd name="connsiteX8" fmla="*/ 434109 w 1828800"/>
              <a:gd name="connsiteY8" fmla="*/ 434109 h 701963"/>
              <a:gd name="connsiteX9" fmla="*/ 480291 w 1828800"/>
              <a:gd name="connsiteY9" fmla="*/ 508000 h 701963"/>
              <a:gd name="connsiteX10" fmla="*/ 535709 w 1828800"/>
              <a:gd name="connsiteY10" fmla="*/ 563418 h 701963"/>
              <a:gd name="connsiteX11" fmla="*/ 572654 w 1828800"/>
              <a:gd name="connsiteY11" fmla="*/ 591127 h 701963"/>
              <a:gd name="connsiteX12" fmla="*/ 618836 w 1828800"/>
              <a:gd name="connsiteY12" fmla="*/ 655781 h 701963"/>
              <a:gd name="connsiteX13" fmla="*/ 720436 w 1828800"/>
              <a:gd name="connsiteY13" fmla="*/ 701963 h 701963"/>
              <a:gd name="connsiteX14" fmla="*/ 877454 w 1828800"/>
              <a:gd name="connsiteY14" fmla="*/ 683490 h 701963"/>
              <a:gd name="connsiteX15" fmla="*/ 905163 w 1828800"/>
              <a:gd name="connsiteY15" fmla="*/ 637309 h 701963"/>
              <a:gd name="connsiteX16" fmla="*/ 942109 w 1828800"/>
              <a:gd name="connsiteY16" fmla="*/ 618836 h 701963"/>
              <a:gd name="connsiteX17" fmla="*/ 1034473 w 1828800"/>
              <a:gd name="connsiteY17" fmla="*/ 600363 h 701963"/>
              <a:gd name="connsiteX18" fmla="*/ 1071418 w 1828800"/>
              <a:gd name="connsiteY18" fmla="*/ 581890 h 701963"/>
              <a:gd name="connsiteX19" fmla="*/ 1136073 w 1828800"/>
              <a:gd name="connsiteY19" fmla="*/ 563418 h 701963"/>
              <a:gd name="connsiteX20" fmla="*/ 1182254 w 1828800"/>
              <a:gd name="connsiteY20" fmla="*/ 544945 h 701963"/>
              <a:gd name="connsiteX21" fmla="*/ 1256145 w 1828800"/>
              <a:gd name="connsiteY21" fmla="*/ 508000 h 701963"/>
              <a:gd name="connsiteX22" fmla="*/ 1283854 w 1828800"/>
              <a:gd name="connsiteY22" fmla="*/ 498763 h 701963"/>
              <a:gd name="connsiteX23" fmla="*/ 1330036 w 1828800"/>
              <a:gd name="connsiteY23" fmla="*/ 471054 h 701963"/>
              <a:gd name="connsiteX24" fmla="*/ 1422400 w 1828800"/>
              <a:gd name="connsiteY24" fmla="*/ 406400 h 701963"/>
              <a:gd name="connsiteX25" fmla="*/ 1450109 w 1828800"/>
              <a:gd name="connsiteY25" fmla="*/ 387927 h 701963"/>
              <a:gd name="connsiteX26" fmla="*/ 1570182 w 1828800"/>
              <a:gd name="connsiteY26" fmla="*/ 277090 h 701963"/>
              <a:gd name="connsiteX27" fmla="*/ 1588654 w 1828800"/>
              <a:gd name="connsiteY27" fmla="*/ 249381 h 701963"/>
              <a:gd name="connsiteX28" fmla="*/ 1690254 w 1828800"/>
              <a:gd name="connsiteY28" fmla="*/ 184727 h 701963"/>
              <a:gd name="connsiteX29" fmla="*/ 1764145 w 1828800"/>
              <a:gd name="connsiteY29" fmla="*/ 157018 h 701963"/>
              <a:gd name="connsiteX30" fmla="*/ 1828800 w 1828800"/>
              <a:gd name="connsiteY30" fmla="*/ 138545 h 701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828800" h="701963">
                <a:moveTo>
                  <a:pt x="0" y="0"/>
                </a:moveTo>
                <a:cubicBezTo>
                  <a:pt x="7997" y="19992"/>
                  <a:pt x="24005" y="63717"/>
                  <a:pt x="36945" y="83127"/>
                </a:cubicBezTo>
                <a:cubicBezTo>
                  <a:pt x="54119" y="108888"/>
                  <a:pt x="87030" y="145424"/>
                  <a:pt x="110836" y="166254"/>
                </a:cubicBezTo>
                <a:cubicBezTo>
                  <a:pt x="170401" y="218373"/>
                  <a:pt x="166711" y="189687"/>
                  <a:pt x="258618" y="258618"/>
                </a:cubicBezTo>
                <a:cubicBezTo>
                  <a:pt x="270933" y="267854"/>
                  <a:pt x="283037" y="277380"/>
                  <a:pt x="295563" y="286327"/>
                </a:cubicBezTo>
                <a:cubicBezTo>
                  <a:pt x="304596" y="292779"/>
                  <a:pt x="314919" y="297490"/>
                  <a:pt x="323273" y="304800"/>
                </a:cubicBezTo>
                <a:cubicBezTo>
                  <a:pt x="339657" y="319136"/>
                  <a:pt x="355668" y="334132"/>
                  <a:pt x="369454" y="350981"/>
                </a:cubicBezTo>
                <a:cubicBezTo>
                  <a:pt x="383513" y="368164"/>
                  <a:pt x="390701" y="390701"/>
                  <a:pt x="406400" y="406400"/>
                </a:cubicBezTo>
                <a:cubicBezTo>
                  <a:pt x="415636" y="415636"/>
                  <a:pt x="426426" y="423545"/>
                  <a:pt x="434109" y="434109"/>
                </a:cubicBezTo>
                <a:cubicBezTo>
                  <a:pt x="451193" y="457599"/>
                  <a:pt x="457055" y="490573"/>
                  <a:pt x="480291" y="508000"/>
                </a:cubicBezTo>
                <a:cubicBezTo>
                  <a:pt x="601032" y="598556"/>
                  <a:pt x="454674" y="482383"/>
                  <a:pt x="535709" y="563418"/>
                </a:cubicBezTo>
                <a:cubicBezTo>
                  <a:pt x="546594" y="574303"/>
                  <a:pt x="561769" y="580242"/>
                  <a:pt x="572654" y="591127"/>
                </a:cubicBezTo>
                <a:cubicBezTo>
                  <a:pt x="622080" y="640553"/>
                  <a:pt x="553384" y="597601"/>
                  <a:pt x="618836" y="655781"/>
                </a:cubicBezTo>
                <a:cubicBezTo>
                  <a:pt x="665227" y="697018"/>
                  <a:pt x="668103" y="691497"/>
                  <a:pt x="720436" y="701963"/>
                </a:cubicBezTo>
                <a:cubicBezTo>
                  <a:pt x="772775" y="695805"/>
                  <a:pt x="827712" y="700899"/>
                  <a:pt x="877454" y="683490"/>
                </a:cubicBezTo>
                <a:cubicBezTo>
                  <a:pt x="894398" y="677560"/>
                  <a:pt x="892469" y="650003"/>
                  <a:pt x="905163" y="637309"/>
                </a:cubicBezTo>
                <a:cubicBezTo>
                  <a:pt x="914899" y="627573"/>
                  <a:pt x="929453" y="624260"/>
                  <a:pt x="942109" y="618836"/>
                </a:cubicBezTo>
                <a:cubicBezTo>
                  <a:pt x="974349" y="605019"/>
                  <a:pt x="996232" y="605826"/>
                  <a:pt x="1034473" y="600363"/>
                </a:cubicBezTo>
                <a:cubicBezTo>
                  <a:pt x="1046788" y="594205"/>
                  <a:pt x="1058763" y="587314"/>
                  <a:pt x="1071418" y="581890"/>
                </a:cubicBezTo>
                <a:cubicBezTo>
                  <a:pt x="1102550" y="568548"/>
                  <a:pt x="1100921" y="575135"/>
                  <a:pt x="1136073" y="563418"/>
                </a:cubicBezTo>
                <a:cubicBezTo>
                  <a:pt x="1151802" y="558175"/>
                  <a:pt x="1167200" y="551893"/>
                  <a:pt x="1182254" y="544945"/>
                </a:cubicBezTo>
                <a:cubicBezTo>
                  <a:pt x="1207257" y="533405"/>
                  <a:pt x="1230021" y="516709"/>
                  <a:pt x="1256145" y="508000"/>
                </a:cubicBezTo>
                <a:cubicBezTo>
                  <a:pt x="1265381" y="504921"/>
                  <a:pt x="1275146" y="503117"/>
                  <a:pt x="1283854" y="498763"/>
                </a:cubicBezTo>
                <a:cubicBezTo>
                  <a:pt x="1299911" y="490734"/>
                  <a:pt x="1314890" y="480692"/>
                  <a:pt x="1330036" y="471054"/>
                </a:cubicBezTo>
                <a:cubicBezTo>
                  <a:pt x="1407881" y="421517"/>
                  <a:pt x="1361024" y="450240"/>
                  <a:pt x="1422400" y="406400"/>
                </a:cubicBezTo>
                <a:cubicBezTo>
                  <a:pt x="1431433" y="399948"/>
                  <a:pt x="1441076" y="394379"/>
                  <a:pt x="1450109" y="387927"/>
                </a:cubicBezTo>
                <a:cubicBezTo>
                  <a:pt x="1491797" y="358150"/>
                  <a:pt x="1543900" y="316515"/>
                  <a:pt x="1570182" y="277090"/>
                </a:cubicBezTo>
                <a:cubicBezTo>
                  <a:pt x="1576339" y="267854"/>
                  <a:pt x="1580403" y="256807"/>
                  <a:pt x="1588654" y="249381"/>
                </a:cubicBezTo>
                <a:cubicBezTo>
                  <a:pt x="1648712" y="195328"/>
                  <a:pt x="1640174" y="201420"/>
                  <a:pt x="1690254" y="184727"/>
                </a:cubicBezTo>
                <a:cubicBezTo>
                  <a:pt x="1738475" y="152579"/>
                  <a:pt x="1696542" y="175455"/>
                  <a:pt x="1764145" y="157018"/>
                </a:cubicBezTo>
                <a:cubicBezTo>
                  <a:pt x="1835450" y="137571"/>
                  <a:pt x="1798041" y="138545"/>
                  <a:pt x="1828800" y="13854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502926-E1AF-6169-6034-EE876D852D7C}"/>
              </a:ext>
            </a:extLst>
          </p:cNvPr>
          <p:cNvSpPr txBox="1"/>
          <p:nvPr/>
        </p:nvSpPr>
        <p:spPr>
          <a:xfrm>
            <a:off x="4589735" y="1506037"/>
            <a:ext cx="499501" cy="267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WSS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48F1DC-962A-3470-5621-121A2CC76E79}"/>
              </a:ext>
            </a:extLst>
          </p:cNvPr>
          <p:cNvSpPr txBox="1"/>
          <p:nvPr/>
        </p:nvSpPr>
        <p:spPr>
          <a:xfrm>
            <a:off x="6475784" y="2368665"/>
            <a:ext cx="55199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WBV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E45DD8-089C-16BA-2B08-675FB71CB82A}"/>
              </a:ext>
            </a:extLst>
          </p:cNvPr>
          <p:cNvSpPr txBox="1"/>
          <p:nvPr/>
        </p:nvSpPr>
        <p:spPr>
          <a:xfrm>
            <a:off x="8750665" y="2382983"/>
            <a:ext cx="46722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ECAA80-A385-8FD7-A076-0879E225464E}"/>
              </a:ext>
            </a:extLst>
          </p:cNvPr>
          <p:cNvSpPr txBox="1"/>
          <p:nvPr/>
        </p:nvSpPr>
        <p:spPr>
          <a:xfrm>
            <a:off x="6703127" y="4165749"/>
            <a:ext cx="10763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Model Bot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78E1CC9-245C-DA8B-3DB2-76C82D1B2824}"/>
              </a:ext>
            </a:extLst>
          </p:cNvPr>
          <p:cNvCxnSpPr/>
          <p:nvPr/>
        </p:nvCxnSpPr>
        <p:spPr>
          <a:xfrm flipH="1" flipV="1">
            <a:off x="7027779" y="3366468"/>
            <a:ext cx="213530" cy="767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32FB26A-1162-8A9B-6A8A-B28E346CBE43}"/>
              </a:ext>
            </a:extLst>
          </p:cNvPr>
          <p:cNvSpPr txBox="1"/>
          <p:nvPr/>
        </p:nvSpPr>
        <p:spPr>
          <a:xfrm>
            <a:off x="8405091" y="559164"/>
            <a:ext cx="1354513" cy="4308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In this example there is no UC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5A166026-772C-120F-D5D7-B731931FC83D}"/>
              </a:ext>
            </a:extLst>
          </p:cNvPr>
          <p:cNvSpPr/>
          <p:nvPr/>
        </p:nvSpPr>
        <p:spPr>
          <a:xfrm>
            <a:off x="1243584" y="786384"/>
            <a:ext cx="382524" cy="222196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8BA00-3611-95AA-C5EA-4D372A6066CE}"/>
              </a:ext>
            </a:extLst>
          </p:cNvPr>
          <p:cNvSpPr txBox="1"/>
          <p:nvPr/>
        </p:nvSpPr>
        <p:spPr>
          <a:xfrm rot="16200000">
            <a:off x="56449" y="1655140"/>
            <a:ext cx="1538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Model_unit_4lay</a:t>
            </a:r>
          </a:p>
        </p:txBody>
      </p:sp>
    </p:spTree>
    <p:extLst>
      <p:ext uri="{BB962C8B-B14F-4D97-AF65-F5344CB8AC3E}">
        <p14:creationId xmlns:p14="http://schemas.microsoft.com/office/powerpoint/2010/main" val="303760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2700</TotalTime>
  <Words>44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Melanie Beck</dc:creator>
  <cp:lastModifiedBy>Melanie Beck</cp:lastModifiedBy>
  <cp:revision>3</cp:revision>
  <dcterms:created xsi:type="dcterms:W3CDTF">2025-03-09T01:14:13Z</dcterms:created>
  <dcterms:modified xsi:type="dcterms:W3CDTF">2025-03-15T14:27:40Z</dcterms:modified>
</cp:coreProperties>
</file>